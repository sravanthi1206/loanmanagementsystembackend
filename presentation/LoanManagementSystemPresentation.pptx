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1" r:id="rId8"/>
    <p:sldId id="261" r:id="rId9"/>
    <p:sldId id="262" r:id="rId10"/>
    <p:sldId id="272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rchitecture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7340"/>
            <a:ext cx="12192000" cy="624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ER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0"/>
            <a:ext cx="114954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(16:9)</PresentationFormat>
  <Paragraphs>0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🏦 LOAN MANAGEMENT SYSTEM</dc:title>
  <dc:creator>Created by Marp</dc:creator>
  <dc:subject>PptxGenJS Presentation</dc:subject>
  <cp:lastModifiedBy>Sravanthi Gurram</cp:lastModifiedBy>
  <cp:revision>4</cp:revision>
  <dcterms:created xsi:type="dcterms:W3CDTF">2026-01-06T23:30:00Z</dcterms:created>
  <dcterms:modified xsi:type="dcterms:W3CDTF">2026-01-06T23:44:20Z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E134C968955F4EFE8710FB14336AD330_13</vt:lpwstr>
  </property>
  <property fmtid="{D5CDD505-2E9C-101B-9397-08002B2CF9AE}" pid="3" name="KSOProductBuildVer">
    <vt:lpwstr>1033-12.2.0.23196</vt:lpwstr>
  </property>
</Properties>
</file>