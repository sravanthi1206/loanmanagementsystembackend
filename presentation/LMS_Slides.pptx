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258" r:id="rId7"/>
    <p:sldId id="261" r:id="rId8"/>
    <p:sldId id="260" r:id="rId9"/>
    <p:sldId id="278" r:id="rId10"/>
    <p:sldId id="279" r:id="rId11"/>
    <p:sldId id="277" r:id="rId12"/>
    <p:sldId id="271" r:id="rId13"/>
    <p:sldId id="272" r:id="rId14"/>
    <p:sldId id="273" r:id="rId15"/>
    <p:sldId id="275" r:id="rId16"/>
    <p:sldId id="274" r:id="rId17"/>
    <p:sldId id="276" r:id="rId18"/>
    <p:sldId id="281" r:id="rId19"/>
    <p:sldId id="268" r:id="rId20"/>
    <p:sldId id="269" r:id="rId21"/>
    <p:sldId id="280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ArchitectureDiagra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5620" y="571500"/>
            <a:ext cx="11160125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2" descr="ERDiagra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980" y="0"/>
            <a:ext cx="1149540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200" y="704850"/>
            <a:ext cx="9753600" cy="544830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1774190" y="45275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/>
              <a:t>AUTHENTICATION  FLOW</a:t>
            </a:r>
            <a:endParaRPr lang="en-I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1031240" y="5588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/>
              <a:t>LOAN  APPLICATION  FLOW</a:t>
            </a:r>
            <a:endParaRPr lang="en-I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200" y="1150620"/>
            <a:ext cx="9753600" cy="54483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784860" y="62166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/>
              <a:t>LOAN PROCESSING FLOW</a:t>
            </a:r>
            <a:endParaRPr lang="en-I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360" y="989965"/>
            <a:ext cx="9753600" cy="54483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817880" y="6985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/>
              <a:t>LOAN DISBURSEMENT FLOW</a:t>
            </a:r>
            <a:endParaRPr lang="en-I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440" y="1212850"/>
            <a:ext cx="9753600" cy="54483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497840" y="45212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/>
              <a:t>EMI PAYMENT FLOW</a:t>
            </a:r>
            <a:endParaRPr lang="en-I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565" y="820420"/>
            <a:ext cx="9753600" cy="54483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Box 2"/>
          <p:cNvSpPr txBox="1"/>
          <p:nvPr/>
        </p:nvSpPr>
        <p:spPr>
          <a:xfrm>
            <a:off x="1457960" y="78232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IN" altLang="en-US"/>
              <a:t>CI -CD PIPELINE</a:t>
            </a:r>
            <a:endParaRPr lang="en-IN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090" y="1293495"/>
            <a:ext cx="9857740" cy="51117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200" y="704850"/>
            <a:ext cx="9753600" cy="54483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2245995" y="2296160"/>
            <a:ext cx="7700645" cy="32308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IN" altLang="en-US" sz="9600"/>
              <a:t>THANK YOU</a:t>
            </a:r>
            <a:endParaRPr lang="en-IN" altLang="en-US" sz="9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</Words>
  <Application>WPS Presentation</Application>
  <PresentationFormat>On-screen Show (16:9)</PresentationFormat>
  <Paragraphs>14</Paragraphs>
  <Slides>18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18</vt:i4>
      </vt:variant>
    </vt:vector>
  </HeadingPairs>
  <TitlesOfParts>
    <vt:vector size="26" baseType="lpstr">
      <vt:lpstr>Arial</vt:lpstr>
      <vt:lpstr>SimSun</vt:lpstr>
      <vt:lpstr>Wingdings</vt:lpstr>
      <vt:lpstr>Microsoft YaHei</vt:lpstr>
      <vt:lpstr>Arial Unicode MS</vt:lpstr>
      <vt:lpstr>Calibri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Created by Marp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LOAN MANAGEMENT SYSTEM</dc:title>
  <dc:creator>Created by Marp</dc:creator>
  <dc:subject>PptxGenJS Presentation</dc:subject>
  <cp:lastModifiedBy>Sravanthi Gurram</cp:lastModifiedBy>
  <cp:revision>2</cp:revision>
  <dcterms:created xsi:type="dcterms:W3CDTF">2026-01-07T00:13:00Z</dcterms:created>
  <dcterms:modified xsi:type="dcterms:W3CDTF">2026-01-07T01:01:48Z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3592B665FECB40B2BF0D7C1FECB7DF13_12</vt:lpwstr>
  </property>
  <property fmtid="{D5CDD505-2E9C-101B-9397-08002B2CF9AE}" pid="3" name="KSOProductBuildVer">
    <vt:lpwstr>1033-12.2.0.23196</vt:lpwstr>
  </property>
</Properties>
</file>