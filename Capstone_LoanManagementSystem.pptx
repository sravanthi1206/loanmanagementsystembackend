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61" r:id="rId8"/>
    <p:sldId id="260" r:id="rId9"/>
    <p:sldId id="278" r:id="rId10"/>
    <p:sldId id="279" r:id="rId11"/>
    <p:sldId id="277" r:id="rId12"/>
    <p:sldId id="271" r:id="rId13"/>
    <p:sldId id="272" r:id="rId14"/>
    <p:sldId id="273" r:id="rId15"/>
    <p:sldId id="275" r:id="rId16"/>
    <p:sldId id="274" r:id="rId17"/>
    <p:sldId id="276" r:id="rId18"/>
    <p:sldId id="281" r:id="rId19"/>
    <p:sldId id="268" r:id="rId20"/>
    <p:sldId id="269" r:id="rId21"/>
    <p:sldId id="28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Architecture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620" y="571500"/>
            <a:ext cx="1116012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ER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" y="0"/>
            <a:ext cx="114954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774190" y="452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AUTHENTICATION  FLOW</a:t>
            </a:r>
            <a:endParaRPr lang="en-I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31240" y="558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LOAN  APPLICATION  FLOW</a:t>
            </a:r>
            <a:endParaRPr lang="en-I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150620"/>
            <a:ext cx="9753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84860" y="6216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LOAN PROCESSING FLOW</a:t>
            </a:r>
            <a:endParaRPr lang="en-I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360" y="989965"/>
            <a:ext cx="9753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17880" y="698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LOAN DISBURSEMENT FLOW</a:t>
            </a:r>
            <a:endParaRPr lang="en-I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440" y="1212850"/>
            <a:ext cx="9753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97840" y="452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EMI PAYMENT FLOW</a:t>
            </a:r>
            <a:endParaRPr lang="en-I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565" y="820420"/>
            <a:ext cx="9753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457960" y="782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CI -CD PIPELINE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090" y="1293495"/>
            <a:ext cx="9857740" cy="5111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245995" y="2296160"/>
            <a:ext cx="7700645" cy="3230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9600"/>
              <a:t>THANK YOU</a:t>
            </a:r>
            <a:endParaRPr lang="en-IN" altLang="en-US"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WPS Presentation</Application>
  <PresentationFormat>On-screen Show (16:9)</PresentationFormat>
  <Paragraphs>14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MANAGEMENT SYSTEM</dc:title>
  <dc:creator>Created by Marp</dc:creator>
  <dc:subject>PptxGenJS Presentation</dc:subject>
  <cp:lastModifiedBy>Sravanthi Gurram</cp:lastModifiedBy>
  <cp:revision>3</cp:revision>
  <dcterms:created xsi:type="dcterms:W3CDTF">2026-01-07T00:13:00Z</dcterms:created>
  <dcterms:modified xsi:type="dcterms:W3CDTF">2026-01-07T01:02:25Z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1FB5B6565C7F4B8DAD3A99EA985FF918_13</vt:lpwstr>
  </property>
  <property fmtid="{D5CDD505-2E9C-101B-9397-08002B2CF9AE}" pid="3" name="KSOProductBuildVer">
    <vt:lpwstr>1033-12.2.0.23196</vt:lpwstr>
  </property>
</Properties>
</file>